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Luckiest Guy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font" Target="fonts/LuckiestGuy-regular.fnt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5cf4ab6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5cf4ab6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d5cf4ab6a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d5cf4ab6a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d5cf4ab6a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d5cf4ab6a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d5cf4ab6a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d5cf4ab6a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d5cf4ab6a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d5cf4ab6a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AA84F"/>
                </a:solidFill>
                <a:latin typeface="Luckiest Guy"/>
                <a:ea typeface="Luckiest Guy"/>
                <a:cs typeface="Luckiest Guy"/>
                <a:sym typeface="Luckiest Guy"/>
              </a:rPr>
              <a:t>SLIMES</a:t>
            </a:r>
            <a:endParaRPr>
              <a:solidFill>
                <a:srgbClr val="6AA84F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AA84F"/>
                </a:solidFill>
                <a:latin typeface="Luckiest Guy"/>
                <a:ea typeface="Luckiest Guy"/>
                <a:cs typeface="Luckiest Guy"/>
                <a:sym typeface="Luckiest Guy"/>
              </a:rPr>
              <a:t>Introduction</a:t>
            </a:r>
            <a:endParaRPr>
              <a:solidFill>
                <a:srgbClr val="6AA84F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78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2800"/>
              <a:buChar char="•"/>
            </a:pPr>
            <a:r>
              <a:rPr lang="fr" sz="2800">
                <a:solidFill>
                  <a:srgbClr val="93C47D"/>
                </a:solidFill>
              </a:rPr>
              <a:t>Support : </a:t>
            </a:r>
            <a:endParaRPr sz="2800"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2800"/>
              <a:buChar char="•"/>
            </a:pPr>
            <a:r>
              <a:rPr lang="fr" sz="2800">
                <a:solidFill>
                  <a:srgbClr val="93C47D"/>
                </a:solidFill>
              </a:rPr>
              <a:t>Moteur : </a:t>
            </a:r>
            <a:endParaRPr sz="2800"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</a:endParaRPr>
          </a:p>
          <a:p>
            <a:pPr indent="-292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2800"/>
              <a:buChar char="•"/>
            </a:pPr>
            <a:r>
              <a:rPr lang="fr" sz="2800">
                <a:solidFill>
                  <a:srgbClr val="93C47D"/>
                </a:solidFill>
              </a:rPr>
              <a:t>Camera : 2D</a:t>
            </a:r>
            <a:endParaRPr sz="2800"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8675" y="1583850"/>
            <a:ext cx="762774" cy="76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6425" y="2571750"/>
            <a:ext cx="859000" cy="8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5100" y="1631275"/>
            <a:ext cx="4601226" cy="260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AA84F"/>
                </a:solidFill>
                <a:latin typeface="Luckiest Guy"/>
                <a:ea typeface="Luckiest Guy"/>
                <a:cs typeface="Luckiest Guy"/>
                <a:sym typeface="Luckiest Guy"/>
              </a:rPr>
              <a:t>Gameplay principal</a:t>
            </a:r>
            <a:endParaRPr>
              <a:solidFill>
                <a:srgbClr val="6AA84F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78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2800"/>
              <a:buChar char="•"/>
            </a:pPr>
            <a:r>
              <a:rPr lang="fr" sz="2800">
                <a:solidFill>
                  <a:srgbClr val="93C47D"/>
                </a:solidFill>
              </a:rPr>
              <a:t>Les slimes</a:t>
            </a:r>
            <a:endParaRPr sz="2800"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3288" y="1908400"/>
            <a:ext cx="1084526" cy="10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3288" y="3415075"/>
            <a:ext cx="1084526" cy="10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9738" y="3510300"/>
            <a:ext cx="1084526" cy="10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96188" y="3510300"/>
            <a:ext cx="1084526" cy="10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96188" y="1908400"/>
            <a:ext cx="1084526" cy="108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29738" y="1908400"/>
            <a:ext cx="1084526" cy="10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AA84F"/>
                </a:solidFill>
                <a:latin typeface="Luckiest Guy"/>
                <a:ea typeface="Luckiest Guy"/>
                <a:cs typeface="Luckiest Guy"/>
                <a:sym typeface="Luckiest Guy"/>
              </a:rPr>
              <a:t>gameplay principal</a:t>
            </a:r>
            <a:endParaRPr>
              <a:solidFill>
                <a:srgbClr val="6AA84F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78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2800"/>
              <a:buChar char="•"/>
            </a:pPr>
            <a:r>
              <a:rPr lang="fr" sz="2800">
                <a:solidFill>
                  <a:srgbClr val="93C47D"/>
                </a:solidFill>
              </a:rPr>
              <a:t>Les armes</a:t>
            </a:r>
            <a:endParaRPr sz="2800"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6875" y="1753028"/>
            <a:ext cx="4957325" cy="277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AA84F"/>
                </a:solidFill>
                <a:latin typeface="Luckiest Guy"/>
                <a:ea typeface="Luckiest Guy"/>
                <a:cs typeface="Luckiest Guy"/>
                <a:sym typeface="Luckiest Guy"/>
              </a:rPr>
              <a:t>Gameplay principal</a:t>
            </a:r>
            <a:endParaRPr>
              <a:solidFill>
                <a:srgbClr val="6AA84F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78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2800"/>
              <a:buChar char="•"/>
            </a:pPr>
            <a:r>
              <a:rPr lang="fr" sz="2800">
                <a:solidFill>
                  <a:srgbClr val="93C47D"/>
                </a:solidFill>
              </a:rPr>
              <a:t>Les caisses</a:t>
            </a:r>
            <a:endParaRPr sz="2800"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575" y="2090300"/>
            <a:ext cx="1592687" cy="159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6562" y="2090300"/>
            <a:ext cx="1592687" cy="159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rgbClr val="6AA84F"/>
                </a:solidFill>
                <a:latin typeface="Luckiest Guy"/>
                <a:ea typeface="Luckiest Guy"/>
                <a:cs typeface="Luckiest Guy"/>
                <a:sym typeface="Luckiest Guy"/>
              </a:rPr>
              <a:t>Gameplay principal</a:t>
            </a:r>
            <a:endParaRPr>
              <a:solidFill>
                <a:srgbClr val="6AA84F"/>
              </a:solidFill>
              <a:latin typeface="Luckiest Guy"/>
              <a:ea typeface="Luckiest Guy"/>
              <a:cs typeface="Luckiest Guy"/>
              <a:sym typeface="Luckiest Guy"/>
            </a:endParaRPr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78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2800"/>
              <a:buChar char="•"/>
            </a:pPr>
            <a:r>
              <a:rPr lang="fr" sz="2800">
                <a:solidFill>
                  <a:srgbClr val="93C47D"/>
                </a:solidFill>
              </a:rPr>
              <a:t>La mort subite</a:t>
            </a:r>
            <a:endParaRPr sz="2800"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9025" y="1740475"/>
            <a:ext cx="5331450" cy="301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